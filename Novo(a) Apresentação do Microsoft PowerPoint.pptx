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6132C-F14D-7244-3178-EE43435F6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F78C1E-46B0-63AC-03D5-9C92A5D94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039847-A208-29A9-491C-6C5D8E9A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D2D54C-7EC5-FF9C-B87A-86AF3ED9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F3E9C8-61BF-1DCE-1E47-61C3020D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17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683CF-0870-C5DD-FA71-AAF3DE4A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84D542-3900-B2D2-70E4-E359BCB57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94041E-1524-A830-81C2-1EA938A21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2157C5-5A9C-A108-0D02-4BA430C7E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E25F59-9712-C840-DEB8-3599B9AD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07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EE6F3-C8BE-5892-1EA0-69B0C6A1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3A8579-5CC5-EC00-7B6A-48DFBA45E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17DDFE-82A3-02C4-EC22-530677CAC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71E2F8-2B65-B98E-ED35-9A1AC399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6E798-5C95-8638-0AD5-0D5DFF29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31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0F9FD-B0FF-EA12-CEC2-0D2ADAD8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02C80-F2F7-470C-AA4C-5CF289146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48E8C0-F35E-7E3F-0F67-1F9099FD4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968199-80DE-F7E9-A8D0-BFFC190C5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ECFE3F-E7FD-C4FA-211E-F37FD8C7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950AB8-4A35-6975-70B9-73269D50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59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E1476-1110-4E4B-9296-0314609C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36C82D-8403-D822-6CA3-C7950C7A5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29B309-0BB3-26B5-2BE2-9BB00476D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65DBF6-2C8E-AFEF-53DA-D45719EA0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D79178-1F95-541E-6BDB-84EB18C4D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9780FB-E32A-A799-02F3-A06AC178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3A2BEC-3E5E-7278-EB48-9F25A05D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2912E0-F61B-567F-D4DD-A6891FCB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77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8CCE2-AE6C-7D2E-4EA1-F9A59AA7E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4AA1BF-53AD-B925-9F47-94FD338F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163B8B-A62B-BFE9-C11F-C68473DB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F3E084-6BAD-78B4-CDD5-EDE3937A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25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CB9FAF-0D56-A8B1-5F1B-2F80057F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35911F-1D80-2185-DED5-54FD4E62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CC97BD-6DAC-5268-DAE2-19D3530A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444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7B0AB-4FF4-9293-BD60-216189D7C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7E8E92-7D88-32DA-23D4-7C9A0421F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05F05D-51A8-0188-80BA-4DEF0CD37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5D95CF-025E-86E6-F37D-42A40DC4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9C491-BBA3-82D7-A50B-374A7EC0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0CDC93-F27A-BB9C-35AF-8FF52BB8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26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E044A-9308-E50A-28AE-B74AEB9B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CCB1E5-D6AB-F3F4-A8B6-7CE29F4FB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496587-EEC2-C8FD-792E-F9A5CDEC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5BEBE2-4F59-02A2-A2DB-C47ED4C39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E24258-2856-B014-EDC8-B1F88F76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FC2AEE-D10A-3DD0-429C-DBAB655B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35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A0305-4FD5-DCE9-C779-09EDEEFE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2C9CC2-2FD4-6594-1AAC-17ADBAE9D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82E3C1-51CD-BE5D-E679-8E0CDBFCF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AFF96F-EA0C-F6E2-5C8E-0BBDFC2C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D8750F-B692-C721-CB7F-91AA5D4A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50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9BB45C-BF49-3696-A025-8344C39FC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A3B44E-F9AD-5418-B218-1C677C3F6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1897F2-D790-4A11-5320-D3BFC8A7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26505D-334E-9E4B-2911-4F2FEF3E1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AA3510-CE23-5AA0-A61B-C18E03D3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437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ED97BD-BA2E-EE0F-8868-4531CB7A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36A28B-BB33-AF17-7E5A-A53E9700E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A53A77-9F4F-BD58-C962-72E2B81FC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7B5D2-6E37-4739-BEA5-99657720FBE7}" type="datetimeFigureOut">
              <a:rPr lang="pt-BR" smtClean="0"/>
              <a:t>10/05/2026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49834E-40BA-3A8C-EB41-19B1CADEA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2B9491-DF3F-BEC9-2FD4-6D78F3078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82653-1555-47DA-AF20-A951BB101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79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219DC-B823-9C1A-EA53-F2A5A2C0E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Blurent</a:t>
            </a:r>
            <a:r>
              <a:rPr lang="pt-BR" dirty="0"/>
              <a:t> (coesão)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12B3AF-D78E-B89F-14F4-21EF06414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Pedro Afonso de Lima Cortez</a:t>
            </a:r>
          </a:p>
        </p:txBody>
      </p:sp>
    </p:spTree>
    <p:extLst>
      <p:ext uri="{BB962C8B-B14F-4D97-AF65-F5344CB8AC3E}">
        <p14:creationId xmlns:p14="http://schemas.microsoft.com/office/powerpoint/2010/main" val="148848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88805-5293-C78B-F289-1529DE7A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Técnico assistente administrativo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AA3C8-C32E-486E-EB84-327103FC8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Id, </a:t>
            </a:r>
            <a:r>
              <a:rPr lang="pt-BR" dirty="0" err="1"/>
              <a:t>ddi</a:t>
            </a:r>
            <a:r>
              <a:rPr lang="pt-BR" dirty="0"/>
              <a:t> e </a:t>
            </a:r>
            <a:r>
              <a:rPr lang="pt-BR" dirty="0" err="1"/>
              <a:t>di</a:t>
            </a:r>
            <a:r>
              <a:rPr lang="pt-BR" dirty="0"/>
              <a:t> são de mesmo </a:t>
            </a:r>
            <a:r>
              <a:rPr lang="pt-BR" dirty="0" err="1"/>
              <a:t>python</a:t>
            </a:r>
            <a:endParaRPr lang="pt-BR" dirty="0"/>
          </a:p>
          <a:p>
            <a:r>
              <a:rPr lang="pt-BR" dirty="0"/>
              <a:t>Cada uma das questões é uma pergunta aberta</a:t>
            </a:r>
          </a:p>
          <a:p>
            <a:pPr lvl="1"/>
            <a:r>
              <a:rPr lang="pt-BR" dirty="0"/>
              <a:t>Aprendizado de iniciação</a:t>
            </a:r>
          </a:p>
          <a:p>
            <a:pPr lvl="1"/>
            <a:r>
              <a:rPr lang="pt-BR" dirty="0"/>
              <a:t>corresponde</a:t>
            </a:r>
          </a:p>
        </p:txBody>
      </p:sp>
    </p:spTree>
    <p:extLst>
      <p:ext uri="{BB962C8B-B14F-4D97-AF65-F5344CB8AC3E}">
        <p14:creationId xmlns:p14="http://schemas.microsoft.com/office/powerpoint/2010/main" val="314425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D29341-1463-A9AA-B539-D4E8C740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4000"/>
              <a:t>Terminei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B8FA2A-BFC3-D239-7921-C0660D99F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pt-BR" sz="2000"/>
              <a:t>Ux</a:t>
            </a:r>
          </a:p>
          <a:p>
            <a:pPr lvl="1"/>
            <a:r>
              <a:rPr lang="pt-BR" sz="2000"/>
              <a:t>Ud</a:t>
            </a:r>
          </a:p>
        </p:txBody>
      </p:sp>
      <p:pic>
        <p:nvPicPr>
          <p:cNvPr id="5" name="Picture 4" descr="Alfabeto em uma superfície preta">
            <a:extLst>
              <a:ext uri="{FF2B5EF4-FFF2-40B4-BE49-F238E27FC236}">
                <a16:creationId xmlns:a16="http://schemas.microsoft.com/office/drawing/2014/main" id="{F6E174C2-9206-E80F-0858-20F0386C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55" r="19744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745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Blurent (coesão)</vt:lpstr>
      <vt:lpstr>Técnico assistente administrativo</vt:lpstr>
      <vt:lpstr>Terminei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AFONSO DE LIMA CORTEZ</dc:creator>
  <cp:lastModifiedBy>PEDRO AFONSO DE LIMA CORTEZ</cp:lastModifiedBy>
  <cp:revision>1</cp:revision>
  <dcterms:created xsi:type="dcterms:W3CDTF">2026-05-11T01:07:40Z</dcterms:created>
  <dcterms:modified xsi:type="dcterms:W3CDTF">2026-05-11T01:11:59Z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2026-05-11T01:11:55Z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84ec6c18-054f-4f75-befa-8d90d553732d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